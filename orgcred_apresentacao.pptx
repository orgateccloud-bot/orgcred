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esfera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5796" y="594360"/>
            <a:ext cx="1737360" cy="1737360"/>
          </a:xfrm>
          <a:prstGeom prst="rect">
            <a:avLst/>
          </a:prstGeom>
        </p:spPr>
      </p:pic>
      <p:pic>
        <p:nvPicPr>
          <p:cNvPr id="3" name="Image 1" descr="/home/claude/logo_orgcred_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2423160"/>
            <a:ext cx="4754880" cy="137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38862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módulo ORGATEC: microcrédito estruturado para MEI, ME e EPP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desenvolvimento conjunto — não é material de captação externa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estamos propondo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9728" cy="1188720"/>
          </a:xfrm>
          <a:prstGeom prst="roundRect">
            <a:avLst>
              <a:gd name="adj" fmla="val 50000"/>
            </a:avLst>
          </a:prstGeom>
          <a:solidFill>
            <a:srgbClr val="3F88D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empresa de crédito real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38528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Constituir uma Empresa Simples de Crédito (ESC), estrutura da LC 167/2019, para emprestar recursos próprios a pequenos negócios.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09728" cy="1188720"/>
          </a:xfrm>
          <a:prstGeom prst="roundRect">
            <a:avLst>
              <a:gd name="adj" fmla="val 50000"/>
            </a:avLst>
          </a:prstGeom>
          <a:solidFill>
            <a:srgbClr val="3F88D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do ecossistema ORGATEC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55848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 padrões técnicos, contábeis e de compliance que já validamos no OrgAudi e no OrgConc.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109728" cy="1188720"/>
          </a:xfrm>
          <a:prstGeom prst="roundRect">
            <a:avLst>
              <a:gd name="adj" fmla="val 50000"/>
            </a:avLst>
          </a:prstGeom>
          <a:solidFill>
            <a:srgbClr val="3F88D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Construído por nós dois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773168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é o ponto de partida de uma decisão conjunta — não um discurso de venda.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Proposta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OrgCred — ORGATEC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a ESC resolve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negócios (MEI, ME, EPP) enfrentam spread bancário alto e burocracia desproporcional ao valor que precisam tomar emprestado. A LC 167/2019 criou uma estrutura enxuta — sem exigir autorização prévia do Bacen — para atender exatamente esse público, com juros livremente pactuados e registro simplificado.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766560" y="12801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EF3FA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0" y="135331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R$ 4,8M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995160" y="18745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de receita bruta anual (mesmo limite de EPP)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25146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EF3FA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25877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95160" y="3108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mínimo exigido por lei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66560" y="37490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EF3FA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38221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95160" y="4343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município + limítrofes de atuação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 problema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OrgCred — ORGATEC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ESC, e não outra estrutura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3F88D5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8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autorização prévia do Bacen. Só recursos próprios. Só PJ (MEI/ME/EPP). Teto = capital social.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3317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autorização do Bacen. Pode captar via fundos. Pode atender PF. Processo mais longo.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Correspondente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1040" y="23317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você quem empresta — origina para instituição licenciada, que assume o risco.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Estrutura jurídica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OrgCred — ORGATEC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decisão técnica que protege o negócio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de operações ativas nunca pode ultrapassar o capital social realizado — descumprir isso é crime, não infração administrativa (Art. 9º, LC 167/2019).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0A2E5C"/>
          </a:solidFill>
          <a:ln w="12700">
            <a:solidFill>
              <a:srgbClr val="3F8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Abordagem comum (frágil)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só na API. Um bug, uma chamada direta ao banco ou uma migração manual pode violar o teto sem que ninguém perceba até a fiscalização.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210312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0F3D2E"/>
          </a:solidFill>
          <a:ln w="12700">
            <a:solidFill>
              <a:srgbClr val="19BA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Nossa abordagem (adotada)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27889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teto é um trigger no próprio banco de dados. Nenhum caminho de escrita — API, script, acesso direto — consegue contratar acima do capital disponível.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contra Postgres real: 7 cenários de regressão + teste de concorrência com tentativas deliberadas de burla.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Arquitetura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OrgCred — ORGATEC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existe hoje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99032"/>
            <a:ext cx="237744" cy="237744"/>
          </a:xfrm>
          <a:prstGeom prst="oval">
            <a:avLst/>
          </a:prstGeom>
          <a:solidFill>
            <a:srgbClr val="63992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624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Enquadramento jurídico definido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confirmada como estrutura correta para tomadores PJ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37744" cy="237744"/>
          </a:xfrm>
          <a:prstGeom prst="oval">
            <a:avLst/>
          </a:prstGeom>
          <a:solidFill>
            <a:srgbClr val="63992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037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2128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de arquitetura completo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5328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Módulos, modelo de dados, fluxo operacional mapeados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237744" cy="237744"/>
          </a:xfrm>
          <a:prstGeom prst="oval">
            <a:avLst/>
          </a:prstGeom>
          <a:solidFill>
            <a:srgbClr val="63992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449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0540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de banco com o teto de capital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7413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testado contra Postgres real (7 cenários + concorrência)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237744" cy="237744"/>
          </a:xfrm>
          <a:prstGeom prst="oval">
            <a:avLst/>
          </a:prstGeom>
          <a:solidFill>
            <a:srgbClr val="63992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62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89534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interativo do motor de capital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2153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funcional para testar o comportamento do teto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64024"/>
            <a:ext cx="237744" cy="237744"/>
          </a:xfrm>
          <a:prstGeom prst="oval">
            <a:avLst/>
          </a:prstGeom>
          <a:solidFill>
            <a:srgbClr val="63992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2744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7365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Esqueleto de API (FastAPI)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50566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mínimos que respeitam a decisão do banco, não da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137160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FCEEE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3C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0116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12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disso rodou em produção ainda. É desenho técnico sólido, não sistema operando. A diferença entre os dois é o próximo bloco de trabalho.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Estágio atual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OrgCred — ORGATEC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falta antes de operar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 registradora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e integrar com a entidade Bacen/CVM. Sem isso, nenhum contrato tem validade jurídica (Art. 5º §3º).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1772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de IOF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9718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com contador tributarista como se apura IOF numa operação ESC→PJ, já que a ESC não é instituição financeira.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F7F7F5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691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41248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social inicial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9718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valor real de aporte — é o que determina o tamanho máximo da carteira desde o primeiro dia.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Bloqueadores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OrgCred — ORGATEC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1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podemos dividir isso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jurídico-regulatória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848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88D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entidade registradora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88D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243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IOF com contador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88D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912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capital social inicial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88D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581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Constituir a ESC (Junta Comercial)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técnica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20848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88D5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057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e validar o trigger em Postgres real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651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88D5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6243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onboarding/KYC de tomador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21868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88D5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1912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entidade registradora à 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78561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3F88D5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7581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fiscal (ECD/SPED, IRPJ/CSLL)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Divisão de trabalho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OrgCred — ORGATEC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esfera_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6400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construir isso juntos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828800" y="320040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pitch para convencer ninguém de fora — é o ponto de partida para decidirmos, com os pés no chão, se e como tocamos isso.</a:t>
            </a:r>
            <a:endParaRPr lang="en-US" sz="1400" dirty="0"/>
          </a:p>
        </p:txBody>
      </p:sp>
      <p:pic>
        <p:nvPicPr>
          <p:cNvPr id="5" name="Image 1" descr="/home/claude/logo_orgcred_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4114800"/>
            <a:ext cx="2926080" cy="8503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Encerramento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OrgCred — ORGATEC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2026-07-12T00:10:30Z</dcterms:created>
  <dcterms:modified xsi:type="dcterms:W3CDTF">2026-07-12T00:10:30Z</dcterms:modified>
</cp:coreProperties>
</file>